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g3d596881de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g3d596881de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d5a145af44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" name="Google Shape;66;g3d5a145af44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g3d5a145af44_0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" name="Google Shape;73;g3d5a145af44_0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d5a145af44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0" name="Google Shape;80;g3d5a145af44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d5ce7a382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d5ce7a382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d5dd9d90c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4" name="Google Shape;94;g3d5dd9d90c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3d5dd9d90c4_1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3d5dd9d90c4_1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39744764db7_0_10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39744764db7_0_10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744764db7_0_101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9744764db7_0_10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73e50bc67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973e50bc67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.png"/><Relationship Id="rId5" Type="http://schemas.openxmlformats.org/officeDocument/2006/relationships/image" Target="../media/image3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Narodziny Islamu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Kyryl Leksiunin</a:t>
            </a:r>
            <a:endParaRPr/>
          </a:p>
        </p:txBody>
      </p:sp>
      <p:sp>
        <p:nvSpPr>
          <p:cNvPr id="56" name="Google Shape;5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Bliski Wschód przed islamem</a:t>
            </a:r>
            <a:endParaRPr/>
          </a:p>
        </p:txBody>
      </p:sp>
      <p:sp>
        <p:nvSpPr>
          <p:cNvPr id="62" name="Google Shape;62;p1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Arabia była </a:t>
            </a:r>
            <a:r>
              <a:rPr lang="en"/>
              <a:t>zamieszkiwana</a:t>
            </a:r>
            <a:r>
              <a:rPr lang="en"/>
              <a:t> przez koczownicze ludy (Beduini)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Dominował politeizm, ale też wpływ zyskały chrześcijaństwo i judaizm.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Mekka była bogatym miastem na trasie karawan, łączącym południe Półwyspu Arabskiego z Bizancjum i Persją.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Pogańska świątynia (Kaaba) - przed islamem Kaaba była miejscem kultu wielu bóstw i celem pielgrzymek </a:t>
            </a:r>
            <a:r>
              <a:rPr lang="en"/>
              <a:t>różnych</a:t>
            </a:r>
            <a:r>
              <a:rPr lang="en"/>
              <a:t> plemion arabskich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Hadżar (Al-Hadżar al-Aswad) - najważniejsza relikwia wmurowana w narożnik Kaaby; według tradycji dar od anioła Gabriela, czczony już w czasach pogańskich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Mahomet – twórca islamu</a:t>
            </a:r>
            <a:endParaRPr/>
          </a:p>
        </p:txBody>
      </p:sp>
      <p:sp>
        <p:nvSpPr>
          <p:cNvPr id="69" name="Google Shape;69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Urodził </a:t>
            </a:r>
            <a:r>
              <a:rPr lang="en"/>
              <a:t>się</a:t>
            </a:r>
            <a:r>
              <a:rPr lang="en"/>
              <a:t> w Mekce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Ogłosił, że podczas medytacji w jaskini Hira objawił mu się archanioł Gabriel i przekazał mu prawdę o Bogu oraz wyznaczył go jako proroka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Nauki Mahometa nie zdobyły uznania w Mekce i przez to że skonfliktował się z niektórymi kupcami w mieście, w 622 r. musiał uciekać do Medyny (wydarzenie określane jako hidżra, uznawane za początek islamu)</a:t>
            </a:r>
            <a:endParaRPr/>
          </a:p>
        </p:txBody>
      </p:sp>
      <p:sp>
        <p:nvSpPr>
          <p:cNvPr id="70" name="Google Shape;7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Sukces islamu i podbój Mekki</a:t>
            </a:r>
            <a:endParaRPr/>
          </a:p>
        </p:txBody>
      </p:sp>
      <p:sp>
        <p:nvSpPr>
          <p:cNvPr id="76" name="Google Shape;76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 Medynie Mahomet uzyskał poparcie mieszkańców i już po kilku latach znacznie poszerzył swoje wpływy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 630 r. Mahomet na czele wojska wkroczył do Mekki, Mekka się poddała prawie bez walki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Mahomet po tym zjednoczył prawie wszystkie plemiona arabskie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Władzę</a:t>
            </a:r>
            <a:r>
              <a:rPr lang="en"/>
              <a:t> nad wyznawcami po śmierci Mahometa </a:t>
            </a:r>
            <a:r>
              <a:rPr lang="en"/>
              <a:t>obejmowali</a:t>
            </a:r>
            <a:r>
              <a:rPr lang="en"/>
              <a:t> </a:t>
            </a:r>
            <a:r>
              <a:rPr lang="en"/>
              <a:t>jego</a:t>
            </a:r>
            <a:r>
              <a:rPr lang="en"/>
              <a:t> następcy - kalifowie </a:t>
            </a:r>
            <a:endParaRPr/>
          </a:p>
        </p:txBody>
      </p:sp>
      <p:sp>
        <p:nvSpPr>
          <p:cNvPr id="77" name="Google Shape;77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Google Shape;82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Zasady islamu</a:t>
            </a:r>
            <a:endParaRPr/>
          </a:p>
        </p:txBody>
      </p:sp>
      <p:sp>
        <p:nvSpPr>
          <p:cNvPr id="83" name="Google Shape;83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Islam opiera się na pięciu filarach: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Allah</a:t>
            </a:r>
            <a:r>
              <a:rPr lang="en"/>
              <a:t> jest jedynym bogiem, a Mahomet jest jego prorokiem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Modlitwa odmawiana pięć razy dziennie z twarzą zwróconą w </a:t>
            </a:r>
            <a:r>
              <a:rPr lang="en"/>
              <a:t>stronę</a:t>
            </a:r>
            <a:r>
              <a:rPr lang="en"/>
              <a:t> Mekki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Przestrzeganie całomiesięcznego postu raz w roku (ramadan)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Regularne </a:t>
            </a:r>
            <a:r>
              <a:rPr lang="en"/>
              <a:t>przekazywanie</a:t>
            </a:r>
            <a:r>
              <a:rPr lang="en"/>
              <a:t> jałmużny na rzecz ubogich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Odbycie pielgrzymki do Mekki raz w życiu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W islamie funkcjonuje także surowa etyka życia codziennego (np. zakaz picia alkoholu, spożywania wieprzowiny)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Dżihad - obowiązek szerzenia islamu, między innymi udział w świętej wojnie prowadzonej z niewiernymi.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Koran - święta księga islamu, zawierająca objawienia przekazane Mahometowi przez Boga</a:t>
            </a:r>
            <a:endParaRPr/>
          </a:p>
        </p:txBody>
      </p:sp>
      <p:sp>
        <p:nvSpPr>
          <p:cNvPr id="84" name="Google Shape;8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Podboje Arabów</a:t>
            </a:r>
            <a:endParaRPr/>
          </a:p>
        </p:txBody>
      </p:sp>
      <p:sp>
        <p:nvSpPr>
          <p:cNvPr id="90" name="Google Shape;90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Bizancjum i Persja były wyczerpane wojną między sobą, więc Arabowie w latach 634-644 pokonali </a:t>
            </a:r>
            <a:r>
              <a:rPr lang="en"/>
              <a:t>armie</a:t>
            </a:r>
            <a:r>
              <a:rPr lang="en"/>
              <a:t> zarówno Bizancjum jak i Persji, skutkiem czego było opanowanie przez Arabów Syrii, Egiptu oraz Mezopotamii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Na przestrzeni drugiej połowy VII i początku VII w. Arabowie </a:t>
            </a:r>
            <a:r>
              <a:rPr lang="en"/>
              <a:t>zajęli</a:t>
            </a:r>
            <a:r>
              <a:rPr lang="en"/>
              <a:t> całą </a:t>
            </a:r>
            <a:r>
              <a:rPr lang="en"/>
              <a:t>północną</a:t>
            </a:r>
            <a:r>
              <a:rPr lang="en"/>
              <a:t> Afrykę, Półwysep Iberyjski, a na wschodzie dotarli do rzeki Indus</a:t>
            </a:r>
            <a:endParaRPr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"/>
              <a:t>Niepowodzeniem</a:t>
            </a:r>
            <a:r>
              <a:rPr lang="en"/>
              <a:t> skończyły się próby podbicia całego Bizancjum (717 r.) oraz podbicia </a:t>
            </a:r>
            <a:r>
              <a:rPr lang="en"/>
              <a:t>państwa</a:t>
            </a:r>
            <a:r>
              <a:rPr lang="en"/>
              <a:t> Franków (732 r.), na czym się skończyła ekspansja Arabów na zachodzie</a:t>
            </a:r>
            <a:endParaRPr/>
          </a:p>
        </p:txBody>
      </p:sp>
      <p:sp>
        <p:nvSpPr>
          <p:cNvPr id="91" name="Google Shape;9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Koniec rządów kalifów</a:t>
            </a:r>
            <a:endParaRPr/>
          </a:p>
        </p:txBody>
      </p:sp>
      <p:sp>
        <p:nvSpPr>
          <p:cNvPr id="97" name="Google Shape;97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10000"/>
          </a:bodyPr>
          <a:lstStyle/>
          <a:p>
            <a:pPr indent="-334328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Ok. połowy VIII w. stolica kalifów została przeniesiona z Medyny do Bagdadu, przez co kalif stracił </a:t>
            </a:r>
            <a:r>
              <a:rPr lang="en"/>
              <a:t>kontrolę</a:t>
            </a:r>
            <a:r>
              <a:rPr lang="en"/>
              <a:t> nad odległymi </a:t>
            </a:r>
            <a:r>
              <a:rPr lang="en"/>
              <a:t>częściami</a:t>
            </a:r>
            <a:r>
              <a:rPr lang="en"/>
              <a:t> państwa. </a:t>
            </a:r>
            <a:r>
              <a:rPr lang="en"/>
              <a:t>Wobec tego</a:t>
            </a:r>
            <a:r>
              <a:rPr lang="en"/>
              <a:t> emirowie (zarządcy prowincji) uzyskali </a:t>
            </a:r>
            <a:r>
              <a:rPr lang="en"/>
              <a:t>większą</a:t>
            </a:r>
            <a:r>
              <a:rPr lang="en"/>
              <a:t> samodzielność. Podział ten wywołał spory, co doprowadziło do </a:t>
            </a:r>
            <a:r>
              <a:rPr lang="en"/>
              <a:t>rozpadu</a:t>
            </a:r>
            <a:r>
              <a:rPr lang="en"/>
              <a:t> imperium kalifów (IX w.).</a:t>
            </a:r>
            <a:endParaRPr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34328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n"/>
              <a:t>Konflikty</a:t>
            </a:r>
            <a:r>
              <a:rPr lang="en"/>
              <a:t> religijne - </a:t>
            </a:r>
            <a:r>
              <a:rPr lang="en"/>
              <a:t>konflikty o to, kto ma rządzić po śmierci Mahometa, doprowadziły do podziału na sunnitów (uznawali wybór kalifów przez wspólnotę) i szyitów (uważali, że władza należy się wyłącznie potomkom z rodziny Proroka, tzw. imamom).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Osiągnięcia Arabów</a:t>
            </a:r>
            <a:endParaRPr/>
          </a:p>
        </p:txBody>
      </p:sp>
      <p:sp>
        <p:nvSpPr>
          <p:cNvPr id="104" name="Google Shape;104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Rozpowszechnili system cyfr arabskich oraz pojęcie zera. Stworzyli podstawy algebry, bez których dzisiejsza nauka by nie istniała.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Udoskonalili astrolabium, co pozwoliło na dokładniejsze podróże morskie. Nadali też nazwy wielu gwiazdom, których używamy do dzisiaj.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Wprowadzili nowoczesne systemy nawadniania pól oraz rozpowszechnili produkcję papieru.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Przetłumaczyli i ocalili dzieła antycznych Greków, dzięki czemu Europa mogła odzyskać zapomnianą wiedzę</a:t>
            </a:r>
            <a:endParaRPr sz="1500"/>
          </a:p>
          <a:p>
            <a:pPr indent="-323850" lvl="0" marL="457200" rtl="0" algn="l">
              <a:spcBef>
                <a:spcPts val="0"/>
              </a:spcBef>
              <a:spcAft>
                <a:spcPts val="0"/>
              </a:spcAft>
              <a:buSzPts val="1500"/>
              <a:buChar char="●"/>
            </a:pPr>
            <a:r>
              <a:rPr lang="en" sz="1500"/>
              <a:t>Słynęli ze swojej stali damasceńskiej, z której wykuwali niezwykle ostre i elastyczne miecze. Miały one charakterystyczny, falisty wzór, którego w Europie przez wieki nie potrafiono podrobić</a:t>
            </a:r>
            <a:endParaRPr sz="1500"/>
          </a:p>
        </p:txBody>
      </p:sp>
      <p:sp>
        <p:nvSpPr>
          <p:cNvPr id="105" name="Google Shape;10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Zdjęcia</a:t>
            </a:r>
            <a:endParaRPr/>
          </a:p>
        </p:txBody>
      </p:sp>
      <p:sp>
        <p:nvSpPr>
          <p:cNvPr id="111" name="Google Shape;11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13" name="Google Shape;113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1152475"/>
            <a:ext cx="2442370" cy="3379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4" name="Google Shape;114;p2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482028" y="1246824"/>
            <a:ext cx="4661972" cy="3416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5" name="Google Shape;115;p21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2442377" y="1451940"/>
            <a:ext cx="2039650" cy="288141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22" name="Google Shape;12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123" name="Google Shape;123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44875" y="236500"/>
            <a:ext cx="6989376" cy="46704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Dziękuję za uwagę</a:t>
            </a:r>
            <a:endParaRPr/>
          </a:p>
        </p:txBody>
      </p:sp>
      <p:sp>
        <p:nvSpPr>
          <p:cNvPr id="129" name="Google Shape;129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130" name="Google Shape;130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